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FD8"/>
    <a:srgbClr val="315DEA"/>
    <a:srgbClr val="97DBF2"/>
    <a:srgbClr val="DE9E66"/>
    <a:srgbClr val="EEF1A0"/>
    <a:srgbClr val="D68589"/>
    <a:srgbClr val="828282"/>
    <a:srgbClr val="FBE2D5"/>
    <a:srgbClr val="C0E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B815-7EE2-6F56-EEAD-EEA7BD7ED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74FF8-7F58-A2B3-DA4B-0507AC2A6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83D8E-D3F1-2E49-E05D-5CB57821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D6074-401C-295E-B4EA-362B40CD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AC1A9-C3C4-8D4F-E16F-E206D984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B1D6-9ABA-249B-BFCE-CC91B521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61EA-69F5-E001-6ADC-2F28304B5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E880B-8F86-6E67-BA0C-6AB8A9BF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C06C-5470-307A-38F5-B5EFD284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59FFC-6501-7E1E-19BB-1783E5C0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0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6273-4927-9166-9E5C-F28A7517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5C097-5C40-4C8D-8F24-428F559A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24006-D92A-6FFF-8BB2-147817D6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6EB2D-6C75-ACF8-851A-F35D2DD2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B6C61-3FBB-BCE0-6C78-AD7E15EB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9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8F5A-E028-0AFC-17BB-F08E1473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3B9A8-9208-9984-2ADB-AA77A1EC2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F6B01-57FF-98FB-D953-DF961E802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C1D53-4FC8-69E2-115E-832FDF31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17139-E781-294B-A67C-D6BFE5EE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2F636-1BEA-88CA-53B9-FD71F6F1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7301-3331-F3BD-9FEA-17826419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FD38B-1455-7171-E06D-7B7DEDBB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B174D-6114-0EDA-9B52-6F2EAA28D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B4FF1-718A-3C7E-B3F6-2454EC207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CBAFE-6EB0-13B8-4055-EAD664D95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9A2B2-9514-999A-97FB-1D0F17D5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7984D-B449-2D1B-B88B-F7C6C0A5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50A47-4A74-6CD4-A46C-B3ACA88A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6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E36B-3459-3777-565C-A4E200AA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F6A4D-5FB5-0D27-534F-BBB51EA0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F6CDF-62D1-9D2B-C9B5-A4D81836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309A1-46FF-6AD5-5BE8-7A8F2B22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4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BB33C4-C0A4-035A-6D0B-5FA94F2C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B51CC-CBEE-DEE2-5F82-99093359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15C21-1581-7D15-4354-8301A034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30FC-19EF-321D-D6F4-52E03D24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2091-4C64-2AF0-94D2-27DB7787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15E7-F954-70E3-3628-63FCD1495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7AF74-713C-F5BB-FCC6-18C48985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B452C-7C56-9CB5-3C68-4101BC4A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7E1E4-E56B-1DF7-30D6-217F4846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7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8459-204E-29E4-98B1-3A1EC4CE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CE77-EF6D-F0A5-D833-E3A68A5F0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D2846-DB69-C0DE-A4DF-68F3EA96E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B5B0A-DB11-B082-87FE-B01AB5BD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5529B-E071-A8CE-8071-73D560F5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F612A-DA7D-DEB3-F4A1-3B0161C3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0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7746-2DDE-2882-7879-3F7A6B59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F5CAE-8817-7C78-847E-1BA6D7B16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981E0-01B7-17C4-D1E9-430F5864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39B13-E116-68B5-77F4-27AA7B3F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ED00-DC53-B1DE-E541-F051F6D2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03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BA426-5F7C-7F6A-B9E5-25762F079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53DC1-63CA-B216-7049-3917798B4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8560C-FAA8-B3E7-3D84-6E8B6A88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DC37F-AC24-CE6E-2BED-3C82D3D6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A2573-C513-3218-F359-67820ADC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2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2A215-CC25-97F4-7060-CFE631DA2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B5A26-A930-3E97-9949-D35BA16B9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B6FB9-22CF-BA52-3886-AC20502F9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B2DEE-4073-4C8E-890A-9D2AA0704961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B266A-A1DD-6E4C-8469-7A013A17D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FA1E0-ACEA-490D-7524-520ECE517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CF8E0-31C8-49AA-9E1C-2E8E599B6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B5808-A42C-5446-BE2A-E7862C5B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71537"/>
            <a:ext cx="3448050" cy="3876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11E9A6-CA55-F723-439B-30420104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871537"/>
            <a:ext cx="3448050" cy="3876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7F885E-0DE5-47CB-C071-B3066E14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871537"/>
            <a:ext cx="3448050" cy="3876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AFFE3A-D87A-39C7-4ADC-F161A6827977}"/>
              </a:ext>
            </a:extLst>
          </p:cNvPr>
          <p:cNvSpPr txBox="1"/>
          <p:nvPr/>
        </p:nvSpPr>
        <p:spPr>
          <a:xfrm>
            <a:off x="1929450" y="502205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073D8-8DAD-2EFA-91CF-B8167780FD6A}"/>
              </a:ext>
            </a:extLst>
          </p:cNvPr>
          <p:cNvSpPr txBox="1"/>
          <p:nvPr/>
        </p:nvSpPr>
        <p:spPr>
          <a:xfrm>
            <a:off x="5589088" y="502205"/>
            <a:ext cx="1261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Start 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BBA42-C668-3990-4CB6-00F451990FCE}"/>
              </a:ext>
            </a:extLst>
          </p:cNvPr>
          <p:cNvSpPr txBox="1"/>
          <p:nvPr/>
        </p:nvSpPr>
        <p:spPr>
          <a:xfrm>
            <a:off x="9657395" y="502205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5E3AC-51DC-1654-5BE1-2AE2E120D338}"/>
              </a:ext>
            </a:extLst>
          </p:cNvPr>
          <p:cNvSpPr txBox="1"/>
          <p:nvPr/>
        </p:nvSpPr>
        <p:spPr>
          <a:xfrm>
            <a:off x="1763585" y="5117544"/>
            <a:ext cx="7651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Pixel value less than 0.6 m but not part of the result, due to isolated pixels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CCE086-E861-3B5B-2DEB-3888B3A37C04}"/>
              </a:ext>
            </a:extLst>
          </p:cNvPr>
          <p:cNvSpPr txBox="1"/>
          <p:nvPr/>
        </p:nvSpPr>
        <p:spPr>
          <a:xfrm>
            <a:off x="1763585" y="5486876"/>
            <a:ext cx="215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Iteration start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95D35-840E-E591-1809-11137240D477}"/>
              </a:ext>
            </a:extLst>
          </p:cNvPr>
          <p:cNvSpPr txBox="1"/>
          <p:nvPr/>
        </p:nvSpPr>
        <p:spPr>
          <a:xfrm>
            <a:off x="1763585" y="5856208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Inundated area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5310A5-D6F0-74C1-5434-978584FC51B3}"/>
              </a:ext>
            </a:extLst>
          </p:cNvPr>
          <p:cNvSpPr txBox="1"/>
          <p:nvPr/>
        </p:nvSpPr>
        <p:spPr>
          <a:xfrm>
            <a:off x="1791002" y="6225540"/>
            <a:ext cx="111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Safe area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A86414-48E5-907B-9326-DE84F841EE22}"/>
              </a:ext>
            </a:extLst>
          </p:cNvPr>
          <p:cNvSpPr/>
          <p:nvPr/>
        </p:nvSpPr>
        <p:spPr>
          <a:xfrm>
            <a:off x="1371600" y="5165943"/>
            <a:ext cx="272534" cy="2725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038080-7334-1C1F-450D-0D41EE88A97F}"/>
              </a:ext>
            </a:extLst>
          </p:cNvPr>
          <p:cNvSpPr/>
          <p:nvPr/>
        </p:nvSpPr>
        <p:spPr>
          <a:xfrm>
            <a:off x="1371600" y="5535275"/>
            <a:ext cx="272534" cy="272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883350-054A-B2C9-4384-D49FD1DB4762}"/>
              </a:ext>
            </a:extLst>
          </p:cNvPr>
          <p:cNvSpPr/>
          <p:nvPr/>
        </p:nvSpPr>
        <p:spPr>
          <a:xfrm>
            <a:off x="1371600" y="5904607"/>
            <a:ext cx="272534" cy="272534"/>
          </a:xfrm>
          <a:prstGeom prst="rect">
            <a:avLst/>
          </a:prstGeom>
          <a:solidFill>
            <a:srgbClr val="C0E6F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50AE0E-2839-D18A-94A3-2B0135DBC26D}"/>
              </a:ext>
            </a:extLst>
          </p:cNvPr>
          <p:cNvSpPr/>
          <p:nvPr/>
        </p:nvSpPr>
        <p:spPr>
          <a:xfrm>
            <a:off x="1371600" y="6273939"/>
            <a:ext cx="272534" cy="272534"/>
          </a:xfrm>
          <a:prstGeom prst="rect">
            <a:avLst/>
          </a:prstGeom>
          <a:solidFill>
            <a:srgbClr val="FBE2D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5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A6FF4D-7B96-3183-67F0-76C2B66C9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t="6666" r="37517" b="2639"/>
          <a:stretch>
            <a:fillRect/>
          </a:stretch>
        </p:blipFill>
        <p:spPr>
          <a:xfrm>
            <a:off x="600075" y="361950"/>
            <a:ext cx="5867400" cy="621982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A0F218B-0581-78A6-AE17-BD7FC7D02013}"/>
              </a:ext>
            </a:extLst>
          </p:cNvPr>
          <p:cNvSpPr/>
          <p:nvPr/>
        </p:nvSpPr>
        <p:spPr>
          <a:xfrm>
            <a:off x="3343276" y="671126"/>
            <a:ext cx="2848340" cy="763216"/>
          </a:xfrm>
          <a:prstGeom prst="rect">
            <a:avLst/>
          </a:prstGeom>
          <a:solidFill>
            <a:srgbClr val="82828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B1D06-BC1F-EBD7-E03F-A378E222314D}"/>
              </a:ext>
            </a:extLst>
          </p:cNvPr>
          <p:cNvSpPr/>
          <p:nvPr/>
        </p:nvSpPr>
        <p:spPr>
          <a:xfrm>
            <a:off x="3429000" y="727799"/>
            <a:ext cx="272534" cy="163652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CD925-D29C-3953-CD59-142BA81E4E57}"/>
              </a:ext>
            </a:extLst>
          </p:cNvPr>
          <p:cNvSpPr/>
          <p:nvPr/>
        </p:nvSpPr>
        <p:spPr>
          <a:xfrm>
            <a:off x="3429000" y="970909"/>
            <a:ext cx="272534" cy="163652"/>
          </a:xfrm>
          <a:prstGeom prst="rect">
            <a:avLst/>
          </a:prstGeom>
          <a:solidFill>
            <a:srgbClr val="D685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DB85D2-D3A5-CEB9-1014-98E745F60000}"/>
              </a:ext>
            </a:extLst>
          </p:cNvPr>
          <p:cNvSpPr/>
          <p:nvPr/>
        </p:nvSpPr>
        <p:spPr>
          <a:xfrm>
            <a:off x="3425309" y="1214019"/>
            <a:ext cx="272534" cy="163652"/>
          </a:xfrm>
          <a:prstGeom prst="rect">
            <a:avLst/>
          </a:prstGeom>
          <a:solidFill>
            <a:srgbClr val="EEF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8AD1A2-0EC1-B8CB-967C-326755285A89}"/>
              </a:ext>
            </a:extLst>
          </p:cNvPr>
          <p:cNvSpPr/>
          <p:nvPr/>
        </p:nvSpPr>
        <p:spPr>
          <a:xfrm>
            <a:off x="4699517" y="727799"/>
            <a:ext cx="272534" cy="163652"/>
          </a:xfrm>
          <a:prstGeom prst="rect">
            <a:avLst/>
          </a:prstGeom>
          <a:solidFill>
            <a:srgbClr val="DE9E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0E9155-9BBE-27B0-8BA4-70ABC3DB43F8}"/>
              </a:ext>
            </a:extLst>
          </p:cNvPr>
          <p:cNvSpPr/>
          <p:nvPr/>
        </p:nvSpPr>
        <p:spPr>
          <a:xfrm>
            <a:off x="4699517" y="970909"/>
            <a:ext cx="272534" cy="163652"/>
          </a:xfrm>
          <a:prstGeom prst="rect">
            <a:avLst/>
          </a:prstGeom>
          <a:solidFill>
            <a:srgbClr val="97DBF2"/>
          </a:solidFill>
          <a:ln w="6350">
            <a:solidFill>
              <a:srgbClr val="315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15CEA4-7593-D6B2-7805-E6F9FD50D78D}"/>
              </a:ext>
            </a:extLst>
          </p:cNvPr>
          <p:cNvSpPr/>
          <p:nvPr/>
        </p:nvSpPr>
        <p:spPr>
          <a:xfrm>
            <a:off x="4699517" y="1214019"/>
            <a:ext cx="272534" cy="163652"/>
          </a:xfrm>
          <a:prstGeom prst="rect">
            <a:avLst/>
          </a:prstGeom>
          <a:solidFill>
            <a:srgbClr val="E5FF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FAD-0006-FFFE-3A76-9337D167B700}"/>
              </a:ext>
            </a:extLst>
          </p:cNvPr>
          <p:cNvSpPr txBox="1"/>
          <p:nvPr/>
        </p:nvSpPr>
        <p:spPr>
          <a:xfrm>
            <a:off x="3701534" y="671126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Building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7EEEDC-1B98-4AC6-493F-ED7FAE764166}"/>
              </a:ext>
            </a:extLst>
          </p:cNvPr>
          <p:cNvSpPr txBox="1"/>
          <p:nvPr/>
        </p:nvSpPr>
        <p:spPr>
          <a:xfrm>
            <a:off x="3713976" y="914235"/>
            <a:ext cx="529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Road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FC8BF2-185B-2475-D0A3-5C9B3E6889E1}"/>
              </a:ext>
            </a:extLst>
          </p:cNvPr>
          <p:cNvSpPr txBox="1"/>
          <p:nvPr/>
        </p:nvSpPr>
        <p:spPr>
          <a:xfrm>
            <a:off x="3713976" y="1157344"/>
            <a:ext cx="852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Bare Land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4ED371-91A1-4DA4-C522-57E377C6FFCA}"/>
              </a:ext>
            </a:extLst>
          </p:cNvPr>
          <p:cNvSpPr txBox="1"/>
          <p:nvPr/>
        </p:nvSpPr>
        <p:spPr>
          <a:xfrm>
            <a:off x="4958585" y="671126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Fishpond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940DDD-40B8-ADB2-048B-49D1ACEF6966}"/>
              </a:ext>
            </a:extLst>
          </p:cNvPr>
          <p:cNvSpPr txBox="1"/>
          <p:nvPr/>
        </p:nvSpPr>
        <p:spPr>
          <a:xfrm>
            <a:off x="4958585" y="909457"/>
            <a:ext cx="972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Water body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A6915F-2739-26C5-97C9-B4A9E3075AB5}"/>
              </a:ext>
            </a:extLst>
          </p:cNvPr>
          <p:cNvSpPr txBox="1"/>
          <p:nvPr/>
        </p:nvSpPr>
        <p:spPr>
          <a:xfrm>
            <a:off x="4958585" y="1157343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Tidal Flood 1 m</a:t>
            </a:r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53585917-4BAB-939E-C084-715605E34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37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39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wijaya</dc:creator>
  <cp:lastModifiedBy>nana wijaya</cp:lastModifiedBy>
  <cp:revision>1</cp:revision>
  <dcterms:created xsi:type="dcterms:W3CDTF">2026-07-05T10:56:22Z</dcterms:created>
  <dcterms:modified xsi:type="dcterms:W3CDTF">2026-07-06T04:34:34Z</dcterms:modified>
</cp:coreProperties>
</file>