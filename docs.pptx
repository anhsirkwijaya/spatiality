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4B606-D400-D22E-7EBA-E1EA3DE2B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EF53F9-08E0-35AE-1784-25ED7DF3C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D9DCD-D9A3-D786-E9CA-324461992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5A8-4ABF-44AD-AE65-AD49E0544E13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9B4E1-684B-9074-3EF0-5094A4AD2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EB97E-AFBE-865F-85A5-1376A90C9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0F458-F61B-4839-B808-9E14FF42E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26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45031-ED1B-DD1A-3C35-97A153FD8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32340-A2E7-7BBF-A7F6-454EF6D68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78055-B993-3775-E06B-26F024BF5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5A8-4ABF-44AD-AE65-AD49E0544E13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0AE91-820F-1BE4-60A5-8317FE244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4DC1-C5C2-3E2D-B9AC-C675A363C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0F458-F61B-4839-B808-9E14FF42E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858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43767-7937-407C-C6A2-352FD472A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BF377-8392-24EC-46D5-E2B5A3472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FC6AC-C58C-4690-37B1-AF71BD872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5A8-4ABF-44AD-AE65-AD49E0544E13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73B4C-BBCA-99B2-31B4-A0000D79B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52C19-3946-B661-BA7D-7352BFD7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0F458-F61B-4839-B808-9E14FF42E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179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B4F7F-C67A-4E4C-8CA6-65FB3951C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5440B-7D55-FB3F-8015-64A975C4F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FBC0C-8E32-1A9D-BA0C-C21D14126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1D9AA-9D25-8DBE-CF8A-2049B5181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5A8-4ABF-44AD-AE65-AD49E0544E13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3C901-60D9-BE9C-4292-E349DD10B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38745-1EB8-41E5-9180-B640C3350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0F458-F61B-4839-B808-9E14FF42E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58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550F-A48F-A782-7241-6AC587C28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86FDC-8762-31B1-DE23-5666A3E6D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BC4771-1A1D-025F-2A25-E111B11EF6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59E3C-1B5B-8CDA-5CB6-6B553EE852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30391B-6032-951F-30E6-52DE40250D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D93400-2FFA-60DB-BF25-7217171DB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5A8-4ABF-44AD-AE65-AD49E0544E13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99500-4E94-FF97-CAE9-1255D8BEC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E4CEB9-ACBA-4276-5AB0-149F355EE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0F458-F61B-4839-B808-9E14FF42E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76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38A23-3A39-F00B-0B4B-A319509EF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D83D6E-567A-83BB-9AB5-D7837BE55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5A8-4ABF-44AD-AE65-AD49E0544E13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BBB7C-6C35-41B3-7264-C3CC29C56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CA08EB-120A-E7CA-68FD-09CB23E5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0F458-F61B-4839-B808-9E14FF42E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725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E1FD8F-4ED0-3103-EF8E-D8E21471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5A8-4ABF-44AD-AE65-AD49E0544E13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CC8CBF-329C-E53B-BEBC-29D10418D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EAFA0-E56E-1528-F86D-59D4EF75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0F458-F61B-4839-B808-9E14FF42E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45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3C3A3-BB26-31F7-7729-E2EB8E0C8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E5D4C-78A5-4155-6155-40FCA5FD7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6252CF-4272-02B2-CECD-14BBB302C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3D27F-B22C-772D-B702-6F6924E1C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5A8-4ABF-44AD-AE65-AD49E0544E13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92594F-668A-9D2B-A7BC-0DFF08887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FBD98-484D-E2AB-CA10-6228668C3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0F458-F61B-4839-B808-9E14FF42E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666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B95AC-F8E9-AE1E-9C1B-7702D1869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A76AE3-21B4-5BD3-8323-CD7EEB1B78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EB42EA-B78D-8EFC-778C-A9A5B57A1A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5286F-1138-03DA-4092-09EE8BFA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5A8-4ABF-44AD-AE65-AD49E0544E13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276B6-E1F7-5332-3BF3-73DA8A9D9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5D5ED-3430-5F30-C0ED-BCD3BF1F9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0F458-F61B-4839-B808-9E14FF42E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041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06131-59B3-8FAA-35B5-92A225D62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F7B175-31CA-8B5F-EADC-C535BF73B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51F9B-5E7B-54A2-8B2E-19DACC99F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5A8-4ABF-44AD-AE65-AD49E0544E13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98C00-1018-9500-0F3A-F0174B0F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3C623-709D-1DAA-F957-F0E849342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0F458-F61B-4839-B808-9E14FF42E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33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69C52E-CB12-D2CE-4425-1A6F3169D4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83716-87D7-5D0A-DA23-9785C4575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7E89B-A409-D79D-AA95-4E1C9B65D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995A8-4ABF-44AD-AE65-AD49E0544E13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1BF3C-15E0-364C-EF38-9DE9459DE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60112-D189-AD80-5B7A-FBC5B876E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0F458-F61B-4839-B808-9E14FF42E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67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C5C6B4-91E2-C70D-6AAB-C6FA7F025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5BA33-1988-5ADA-5511-51A141E31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BFA2F-A5D3-CA68-207D-6C3699AC75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995A8-4ABF-44AD-AE65-AD49E0544E13}" type="datetimeFigureOut">
              <a:rPr lang="en-US" smtClean="0"/>
              <a:t>28-May-26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0F8BC6-4EAF-923E-4633-5562B7EFAE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DA6FC-7F0B-7202-3195-5AAF76B7A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0F458-F61B-4839-B808-9E14FF42E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444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13" Type="http://schemas.openxmlformats.org/officeDocument/2006/relationships/image" Target="../media/image12.jpg"/><Relationship Id="rId18" Type="http://schemas.openxmlformats.org/officeDocument/2006/relationships/image" Target="../media/image17.jpg"/><Relationship Id="rId3" Type="http://schemas.openxmlformats.org/officeDocument/2006/relationships/image" Target="../media/image2.jpeg"/><Relationship Id="rId21" Type="http://schemas.openxmlformats.org/officeDocument/2006/relationships/image" Target="../media/image20.jpg"/><Relationship Id="rId7" Type="http://schemas.openxmlformats.org/officeDocument/2006/relationships/image" Target="../media/image6.jpg"/><Relationship Id="rId12" Type="http://schemas.openxmlformats.org/officeDocument/2006/relationships/image" Target="../media/image11.jpg"/><Relationship Id="rId17" Type="http://schemas.openxmlformats.org/officeDocument/2006/relationships/image" Target="../media/image16.jpg"/><Relationship Id="rId25" Type="http://schemas.openxmlformats.org/officeDocument/2006/relationships/image" Target="../media/image24.jpg"/><Relationship Id="rId2" Type="http://schemas.openxmlformats.org/officeDocument/2006/relationships/image" Target="../media/image1.jpeg"/><Relationship Id="rId16" Type="http://schemas.openxmlformats.org/officeDocument/2006/relationships/image" Target="../media/image15.jp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11" Type="http://schemas.openxmlformats.org/officeDocument/2006/relationships/image" Target="../media/image10.jpg"/><Relationship Id="rId24" Type="http://schemas.openxmlformats.org/officeDocument/2006/relationships/image" Target="../media/image23.jpg"/><Relationship Id="rId5" Type="http://schemas.openxmlformats.org/officeDocument/2006/relationships/image" Target="../media/image4.jpg"/><Relationship Id="rId15" Type="http://schemas.openxmlformats.org/officeDocument/2006/relationships/image" Target="../media/image14.jpeg"/><Relationship Id="rId23" Type="http://schemas.openxmlformats.org/officeDocument/2006/relationships/image" Target="../media/image22.jpg"/><Relationship Id="rId10" Type="http://schemas.openxmlformats.org/officeDocument/2006/relationships/image" Target="../media/image9.jpg"/><Relationship Id="rId19" Type="http://schemas.openxmlformats.org/officeDocument/2006/relationships/image" Target="../media/image18.jpg"/><Relationship Id="rId4" Type="http://schemas.openxmlformats.org/officeDocument/2006/relationships/image" Target="../media/image3.jpg"/><Relationship Id="rId9" Type="http://schemas.openxmlformats.org/officeDocument/2006/relationships/image" Target="../media/image8.jpg"/><Relationship Id="rId14" Type="http://schemas.openxmlformats.org/officeDocument/2006/relationships/image" Target="../media/image13.jpeg"/><Relationship Id="rId22" Type="http://schemas.openxmlformats.org/officeDocument/2006/relationships/image" Target="../media/image21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eg"/><Relationship Id="rId13" Type="http://schemas.openxmlformats.org/officeDocument/2006/relationships/image" Target="../media/image36.jpeg"/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12" Type="http://schemas.openxmlformats.org/officeDocument/2006/relationships/image" Target="../media/image35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11" Type="http://schemas.openxmlformats.org/officeDocument/2006/relationships/image" Target="../media/image34.jpeg"/><Relationship Id="rId5" Type="http://schemas.openxmlformats.org/officeDocument/2006/relationships/image" Target="../media/image28.jpeg"/><Relationship Id="rId15" Type="http://schemas.openxmlformats.org/officeDocument/2006/relationships/image" Target="../media/image38.jpeg"/><Relationship Id="rId10" Type="http://schemas.openxmlformats.org/officeDocument/2006/relationships/image" Target="../media/image33.jpeg"/><Relationship Id="rId4" Type="http://schemas.openxmlformats.org/officeDocument/2006/relationships/image" Target="../media/image27.jpeg"/><Relationship Id="rId9" Type="http://schemas.openxmlformats.org/officeDocument/2006/relationships/image" Target="../media/image32.jpeg"/><Relationship Id="rId14" Type="http://schemas.openxmlformats.org/officeDocument/2006/relationships/image" Target="../media/image37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g"/><Relationship Id="rId3" Type="http://schemas.openxmlformats.org/officeDocument/2006/relationships/image" Target="../media/image40.jpeg"/><Relationship Id="rId7" Type="http://schemas.openxmlformats.org/officeDocument/2006/relationships/image" Target="../media/image44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jpg"/><Relationship Id="rId5" Type="http://schemas.openxmlformats.org/officeDocument/2006/relationships/image" Target="../media/image42.png"/><Relationship Id="rId4" Type="http://schemas.openxmlformats.org/officeDocument/2006/relationships/image" Target="../media/image4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529F27-EE34-CF20-A090-EDCC2F2661A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79432" y="1166812"/>
            <a:ext cx="6033135" cy="4524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77733A-EE32-F077-3419-AAA8EB67025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27412" y="1428750"/>
            <a:ext cx="5337175" cy="400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F8386C-4288-6DD9-82DF-0E9E17FDEB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68FD67-DF16-896C-55A6-256BA0518C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00C685-6435-11C8-4634-C2DA1208A9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B7DC60-D306-F92C-F134-4650FCADFFC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70710FC-5B78-6241-6172-EABB6C990A7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213BFB-8234-EF2F-D3B9-C976BCAA6B2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541504B-DDF5-6A76-5A80-B10A40B1DF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202251-9538-3E59-DE8F-882955EBB57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2D7F634-95FA-C6DD-FF89-8BBDFFE9BF6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02DA681-3253-871F-1552-518BBE0E379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" y="0"/>
            <a:ext cx="12189708" cy="6858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4CAA76C-1587-EB5C-8A25-2635ADC543D5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4775517" y="2439035"/>
            <a:ext cx="2640965" cy="197993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997CAAC-D93A-CC63-7260-709BAC7DEE1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42900"/>
            <a:ext cx="10972800" cy="61722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FA02716-3484-5A37-C94B-CCDC3CCDA77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1F5C54A6-0499-EC74-A935-31B3242AAD8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775DF47-E298-B5A9-C630-F7F6134E21A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919474EC-E00F-1230-FAF5-5B2772C4289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88F46742-6857-E709-ED98-A10FDFCE4DE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F44F431-9DB2-E849-36B8-50D0352DEE1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142F6EA-7A21-4C32-CFA1-712307A976A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524133F2-7A97-ECBD-742D-517EA34A037A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320F514-7C70-45E4-A34F-2CD769A0C55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B59A71B5-BC7A-AA33-07C3-80CE08FB2CFE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4840" y="2109787"/>
            <a:ext cx="5862320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477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B41D80-6429-B9D3-7C95-BF6C1D89E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D90012-4F9A-D6B4-E5CE-7873A14859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80D39E9-9752-1421-F3FB-044219644E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6FB4E2-CAD5-0E3C-C3A7-68717EEDFA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A8AC30-67F8-640B-9A8F-FD4C60850F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BBDDEA1-A95E-0E17-9C7C-3B51A54674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EB0EE6C-665A-3165-A18D-CC1DB90D3D6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EF5BE45-F83A-9857-2BEC-BEA8011B05A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31CBD3B-21D7-88ED-954F-83D02C044A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9BAACF0-ABE3-11CB-1198-DB0F6DB82FB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D9DCB-A7EE-5F03-12DD-88C6B0DBBF5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246D9B2-3B41-0407-6D5B-F54B00DAE96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1253197-2393-2556-29FF-445801A2AFB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6A8AEC9-01EE-8422-A210-450472CCADD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37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678D94-6FCF-8ACA-593D-30F7AA3943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650" y="2376488"/>
            <a:ext cx="2806700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DBC48F-7B16-1F07-7347-450BCF7F05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700" y="2390775"/>
            <a:ext cx="276860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28.jpeg">
            <a:extLst>
              <a:ext uri="{FF2B5EF4-FFF2-40B4-BE49-F238E27FC236}">
                <a16:creationId xmlns:a16="http://schemas.microsoft.com/office/drawing/2014/main" id="{88FD3FC2-A583-05A4-7790-84A756021402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48822" y="2491422"/>
            <a:ext cx="3094355" cy="18751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0BFCCD-8E52-051B-DD1C-DCD62A6A5E5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1680" y="2481262"/>
            <a:ext cx="3088640" cy="1895475"/>
          </a:xfrm>
          <a:prstGeom prst="rect">
            <a:avLst/>
          </a:prstGeom>
          <a:noFill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694326-2C6F-7F02-7BEE-56004F90B5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D7E41DB-882A-AA1C-F607-0CFC4D0B735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2486025"/>
            <a:ext cx="335280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43DC27-A36B-DEFD-B281-BC0994F3F03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042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nana wijaya</dc:creator>
  <cp:lastModifiedBy>nana wijaya</cp:lastModifiedBy>
  <cp:revision>1</cp:revision>
  <dcterms:created xsi:type="dcterms:W3CDTF">2026-05-28T16:58:02Z</dcterms:created>
  <dcterms:modified xsi:type="dcterms:W3CDTF">2026-05-28T16:58:10Z</dcterms:modified>
</cp:coreProperties>
</file>